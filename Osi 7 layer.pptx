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16877-BDF4-430D-95F1-0E8121410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507D51-6664-44EE-889E-B0E8E720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7554D-6B67-4798-BE43-A7B51975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6C035-8E37-456C-9BCF-368227B7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D2F54D-44C5-490E-A7BE-5D04B1A6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41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F65F8-BD4A-489C-B61A-08482830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520341-E073-457A-9258-509E366E1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84A44B-EFD4-4AAE-A1C3-3AB53DAD9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18467-C70E-449C-A2FC-F3046800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EDC7FE-704B-4E45-918F-2E3DE44D9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63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F4312-F383-4FCA-A997-5A9D7CC4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3A62F4-9445-433B-A57A-C61CE3B1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761B1F-72BE-4A32-A2E7-AAA436B2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8F96E-7933-41C7-864D-49B8D0C0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80D20B-BCA9-4FA9-A037-A086E1148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245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0AB07C-F667-4862-892F-15FC779E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AC037-0468-4B88-BFCF-6BA471ECC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51656C-FE67-47CD-A407-01B5FBAF2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F24CB-0448-4B55-92F7-633D1E6A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4872C-E8C2-4A2F-8F12-FA7DE0B0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87ADB7-2081-4423-B616-3D593922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32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89C36-5A64-422A-91BC-EA47F484F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81DFB9-1E9D-46F2-93E1-827F85915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77398F-43D8-4C3B-9B1A-1D0DDA548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C307D8-930A-4ECD-98CA-F8A8341E3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CBCD14-3D01-4DA0-A107-25D506839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8F5E902-6659-4F53-9ED6-617788AD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EB2B4D-911A-40F9-87EE-47033453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CC6F2A-BB80-4D53-B9D6-6A3171C3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10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9265B-6974-4A9D-9D84-128FDA1E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EB61DC-B1B2-423C-A753-FD7908515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DD3DDF-1E3D-4764-B227-BF7F3691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3D66C6-CECA-4590-A037-E5872DE4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69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9EC9CB-BB48-445A-8D3E-C372B4E87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954D28-538F-4B31-9B47-5B8EBC38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0CC985-A615-412F-A01E-BD692FE1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65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F1F9-49AA-4005-9BFF-D731097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97156C-EC4B-419E-A2D0-2AD526F01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FF2A1-4F56-4A1F-B4F0-FD2CAD172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584DD0-9F62-4ECF-B274-9200E0748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ED6001-915E-4503-B675-A41A2B94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A59DF9-1F20-4E8D-BB05-2863F274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428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BB3A5-6D61-4524-A195-28E1FEAD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3DD614-C387-48AB-9164-A47B611F4B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0E177B-E642-4BF9-8BEB-4C5B07815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0F959D-0591-4FBB-AD76-7B642656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76A448-C242-432C-9767-A628D4FE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77096-666C-4825-B486-7E0DD5FD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5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71D40-13E6-4B71-9B81-BC098BA3B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CB172B-864A-43F8-B620-A0DD5FDCB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5C6290-56C2-49A4-9D8D-C5B8F6DB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1D9DE4-BB02-4ED4-B88C-CC5F6966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4A068D-C585-4F1E-98CE-A32C19C7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670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239E90-BCAE-4D18-90C4-74FDE926E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590523-9031-4B57-8957-EFCB5B0AC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632D25-4C01-495E-BBCE-EA63C9D94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69452B-BB03-4465-B62E-46906779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C1C6C-96E9-42B7-9222-4538C44C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621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115106-4FD9-4E1F-B64E-46CC16032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46D7A1-4B3B-4708-8C7F-76C3C3DDF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82445-E39C-45EB-96DA-9969BE290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042A0-6E41-4B21-82E6-9A567424A73C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7E824-5F8B-47DF-B9D8-A3440C31D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8FEBB-8F69-499E-9856-F29F3800C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72866-963B-477C-9413-BEA883668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88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CCF73D0-9AAD-4D5D-BD69-BD786E5D3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762349"/>
              </p:ext>
            </p:extLst>
          </p:nvPr>
        </p:nvGraphicFramePr>
        <p:xfrm>
          <a:off x="203199" y="110066"/>
          <a:ext cx="11814630" cy="66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926">
                  <a:extLst>
                    <a:ext uri="{9D8B030D-6E8A-4147-A177-3AD203B41FA5}">
                      <a16:colId xmlns:a16="http://schemas.microsoft.com/office/drawing/2014/main" val="2072279562"/>
                    </a:ext>
                  </a:extLst>
                </a:gridCol>
                <a:gridCol w="2362926">
                  <a:extLst>
                    <a:ext uri="{9D8B030D-6E8A-4147-A177-3AD203B41FA5}">
                      <a16:colId xmlns:a16="http://schemas.microsoft.com/office/drawing/2014/main" val="1983523195"/>
                    </a:ext>
                  </a:extLst>
                </a:gridCol>
                <a:gridCol w="2362926">
                  <a:extLst>
                    <a:ext uri="{9D8B030D-6E8A-4147-A177-3AD203B41FA5}">
                      <a16:colId xmlns:a16="http://schemas.microsoft.com/office/drawing/2014/main" val="2460245424"/>
                    </a:ext>
                  </a:extLst>
                </a:gridCol>
                <a:gridCol w="2362926">
                  <a:extLst>
                    <a:ext uri="{9D8B030D-6E8A-4147-A177-3AD203B41FA5}">
                      <a16:colId xmlns:a16="http://schemas.microsoft.com/office/drawing/2014/main" val="1555460981"/>
                    </a:ext>
                  </a:extLst>
                </a:gridCol>
                <a:gridCol w="2362926">
                  <a:extLst>
                    <a:ext uri="{9D8B030D-6E8A-4147-A177-3AD203B41FA5}">
                      <a16:colId xmlns:a16="http://schemas.microsoft.com/office/drawing/2014/main" val="2890669210"/>
                    </a:ext>
                  </a:extLst>
                </a:gridCol>
              </a:tblGrid>
              <a:tr h="82879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Layer</a:t>
                      </a:r>
                    </a:p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TCP/IP Layer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Other</a:t>
                      </a:r>
                    </a:p>
                    <a:p>
                      <a:pPr algn="ctr" latinLnBrk="1"/>
                      <a:r>
                        <a:rPr lang="en-US" altLang="ko-KR" dirty="0"/>
                        <a:t>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343536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Aligator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Application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HTTP</a:t>
                      </a:r>
                      <a:endParaRPr lang="ko-KR" altLang="en-US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SSH, FTP, </a:t>
                      </a:r>
                    </a:p>
                    <a:p>
                      <a:pPr algn="ctr" latinLnBrk="1"/>
                      <a:r>
                        <a:rPr lang="en-US" altLang="ko-KR" dirty="0"/>
                        <a:t>Telnet,</a:t>
                      </a:r>
                    </a:p>
                    <a:p>
                      <a:pPr algn="ctr" latinLnBrk="1"/>
                      <a:r>
                        <a:rPr lang="en-US" altLang="ko-KR" dirty="0"/>
                        <a:t>SMTP,</a:t>
                      </a:r>
                    </a:p>
                    <a:p>
                      <a:pPr algn="ctr" latinLnBrk="1"/>
                      <a:r>
                        <a:rPr lang="en-US" altLang="ko-KR" dirty="0"/>
                        <a:t>POP3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679082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Presentation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699819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Steve’s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Session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1317799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Touch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Transport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TCP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UDP,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SCTP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1041788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Network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IPv6, ARP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608895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Data link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Ethernet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285093"/>
                  </a:ext>
                </a:extLst>
              </a:tr>
              <a:tr h="8287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Please</a:t>
                      </a:r>
                    </a:p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Physical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481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5694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44</Words>
  <Application>Microsoft Office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은표 이</dc:creator>
  <cp:lastModifiedBy>은표 이</cp:lastModifiedBy>
  <cp:revision>6</cp:revision>
  <dcterms:created xsi:type="dcterms:W3CDTF">2020-07-12T11:13:30Z</dcterms:created>
  <dcterms:modified xsi:type="dcterms:W3CDTF">2020-07-12T12:09:42Z</dcterms:modified>
</cp:coreProperties>
</file>